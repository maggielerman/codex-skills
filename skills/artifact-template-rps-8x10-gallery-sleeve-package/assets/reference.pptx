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3152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mplate_background"/>
          <p:cNvSpPr/>
          <p:nvPr/>
        </p:nvSpPr>
        <p:spPr>
          <a:xfrm>
            <a:off x="0" y="0"/>
            <a:ext cx="7315200" cy="9144000"/>
          </a:xfrm>
          <a:prstGeom prst="rect">
            <a:avLst/>
          </a:prstGeom>
          <a:solidFill>
            <a:srgbClr val="F8F5EF"/>
          </a:solidFill>
          <a:ln>
            <a:solidFill>
              <a:srgbClr val="F8F5E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hairline_frame"/>
          <p:cNvSpPr/>
          <p:nvPr/>
        </p:nvSpPr>
        <p:spPr>
          <a:xfrm>
            <a:off x="256032" y="256032"/>
            <a:ext cx="6803136" cy="8631936"/>
          </a:xfrm>
          <a:prstGeom prst="rect">
            <a:avLst/>
          </a:prstGeom>
          <a:solidFill>
            <a:srgbClr val="F8F5EF"/>
          </a:solidFill>
          <a:ln w="7620">
            <a:solidFill>
              <a:srgbClr val="D7CF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brand_logo" descr="rps-logo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347472"/>
            <a:ext cx="1243584" cy="338328"/>
          </a:xfrm>
          <a:prstGeom prst="rect">
            <a:avLst/>
          </a:prstGeom>
          <a:effectLst/>
        </p:spPr>
      </p:pic>
      <p:sp>
        <p:nvSpPr>
          <p:cNvPr id="5" name="brand_name"/>
          <p:cNvSpPr txBox="1"/>
          <p:nvPr/>
        </p:nvSpPr>
        <p:spPr>
          <a:xfrm>
            <a:off x="2468880" y="731520"/>
            <a:ext cx="2377440" cy="1554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20" b="0">
                <a:solidFill>
                  <a:srgbClr val="676057"/>
                </a:solidFill>
                <a:latin typeface="Avenir Next"/>
              </a:rPr>
              <a:t>ROCK PAPER SCISSORS</a:t>
            </a:r>
          </a:p>
        </p:txBody>
      </p:sp>
      <p:sp>
        <p:nvSpPr>
          <p:cNvPr id="6" name="product_title"/>
          <p:cNvSpPr txBox="1"/>
          <p:nvPr/>
        </p:nvSpPr>
        <p:spPr>
          <a:xfrm>
            <a:off x="640080" y="987552"/>
            <a:ext cx="60350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0" b="0">
                <a:solidFill>
                  <a:srgbClr val="161412"/>
                </a:solidFill>
                <a:latin typeface="Bodoni 72"/>
              </a:rPr>
              <a:t>Animal Poster Set</a:t>
            </a:r>
          </a:p>
        </p:txBody>
      </p:sp>
      <p:sp>
        <p:nvSpPr>
          <p:cNvPr id="7" name="product_subtitle"/>
          <p:cNvSpPr txBox="1"/>
          <p:nvPr/>
        </p:nvSpPr>
        <p:spPr>
          <a:xfrm>
            <a:off x="1188720" y="1444752"/>
            <a:ext cx="4937760" cy="2011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676057"/>
                </a:solidFill>
                <a:latin typeface="Avenir Next"/>
              </a:rPr>
              <a:t>Ostrich and giraffe fine art prints</a:t>
            </a:r>
          </a:p>
        </p:txBody>
      </p:sp>
      <p:sp>
        <p:nvSpPr>
          <p:cNvPr id="8" name="left_print_panel"/>
          <p:cNvSpPr/>
          <p:nvPr/>
        </p:nvSpPr>
        <p:spPr>
          <a:xfrm>
            <a:off x="850392" y="1874519"/>
            <a:ext cx="2578608" cy="36850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F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oster_image_1" descr="REC001-Avestru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65960"/>
            <a:ext cx="2395728" cy="3419856"/>
          </a:xfrm>
          <a:prstGeom prst="rect">
            <a:avLst/>
          </a:prstGeom>
          <a:effectLst/>
        </p:spPr>
      </p:pic>
      <p:sp>
        <p:nvSpPr>
          <p:cNvPr id="10" name="right_print_panel"/>
          <p:cNvSpPr/>
          <p:nvPr/>
        </p:nvSpPr>
        <p:spPr>
          <a:xfrm>
            <a:off x="3886200" y="1874519"/>
            <a:ext cx="2578608" cy="36850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F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oster_image_2" descr="REC014-Giraff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39" y="1965960"/>
            <a:ext cx="2395728" cy="3419856"/>
          </a:xfrm>
          <a:prstGeom prst="rect">
            <a:avLst/>
          </a:prstGeom>
          <a:effectLst/>
        </p:spPr>
      </p:pic>
      <p:sp>
        <p:nvSpPr>
          <p:cNvPr id="12" name="collection_note"/>
          <p:cNvSpPr txBox="1"/>
          <p:nvPr/>
        </p:nvSpPr>
        <p:spPr>
          <a:xfrm>
            <a:off x="1234440" y="5687568"/>
            <a:ext cx="4846320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40" b="0">
                <a:solidFill>
                  <a:srgbClr val="676057"/>
                </a:solidFill>
                <a:latin typeface="Avenir Next"/>
              </a:rPr>
              <a:t>Collected vintage animal wall art</a:t>
            </a:r>
          </a:p>
        </p:txBody>
      </p:sp>
      <p:sp>
        <p:nvSpPr>
          <p:cNvPr id="13" name="spec_row_rule"/>
          <p:cNvSpPr/>
          <p:nvPr/>
        </p:nvSpPr>
        <p:spPr>
          <a:xfrm>
            <a:off x="658368" y="6172200"/>
            <a:ext cx="5998464" cy="9144"/>
          </a:xfrm>
          <a:prstGeom prst="rect">
            <a:avLst/>
          </a:prstGeom>
          <a:solidFill>
            <a:srgbClr val="D7CFC2"/>
          </a:solidFill>
          <a:ln>
            <a:solidFill>
              <a:srgbClr val="D7CF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spec_set_label"/>
          <p:cNvSpPr txBox="1"/>
          <p:nvPr/>
        </p:nvSpPr>
        <p:spPr>
          <a:xfrm>
            <a:off x="685800" y="6355080"/>
            <a:ext cx="1325880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70" b="0">
                <a:solidFill>
                  <a:srgbClr val="676057"/>
                </a:solidFill>
                <a:latin typeface="Avenir Next"/>
              </a:rPr>
              <a:t>SET</a:t>
            </a:r>
          </a:p>
        </p:txBody>
      </p:sp>
      <p:sp>
        <p:nvSpPr>
          <p:cNvPr id="15" name="spec_set_value"/>
          <p:cNvSpPr txBox="1"/>
          <p:nvPr/>
        </p:nvSpPr>
        <p:spPr>
          <a:xfrm>
            <a:off x="685800" y="6547104"/>
            <a:ext cx="13258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61412"/>
                </a:solidFill>
                <a:latin typeface="Avenir Next"/>
              </a:rPr>
              <a:t>2 prints</a:t>
            </a:r>
          </a:p>
        </p:txBody>
      </p:sp>
      <p:sp>
        <p:nvSpPr>
          <p:cNvPr id="16" name="spec_size_label"/>
          <p:cNvSpPr txBox="1"/>
          <p:nvPr/>
        </p:nvSpPr>
        <p:spPr>
          <a:xfrm>
            <a:off x="2212848" y="6355080"/>
            <a:ext cx="1325880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70" b="0">
                <a:solidFill>
                  <a:srgbClr val="676057"/>
                </a:solidFill>
                <a:latin typeface="Avenir Next"/>
              </a:rPr>
              <a:t>SIZE</a:t>
            </a:r>
          </a:p>
        </p:txBody>
      </p:sp>
      <p:sp>
        <p:nvSpPr>
          <p:cNvPr id="17" name="spec_size_value"/>
          <p:cNvSpPr txBox="1"/>
          <p:nvPr/>
        </p:nvSpPr>
        <p:spPr>
          <a:xfrm>
            <a:off x="2212848" y="6547104"/>
            <a:ext cx="13258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61412"/>
                </a:solidFill>
                <a:latin typeface="Avenir Next"/>
              </a:rPr>
              <a:t>8 x 10 in</a:t>
            </a:r>
          </a:p>
        </p:txBody>
      </p:sp>
      <p:sp>
        <p:nvSpPr>
          <p:cNvPr id="18" name="spec_paper_label"/>
          <p:cNvSpPr txBox="1"/>
          <p:nvPr/>
        </p:nvSpPr>
        <p:spPr>
          <a:xfrm>
            <a:off x="3730752" y="6355080"/>
            <a:ext cx="1325880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70" b="0">
                <a:solidFill>
                  <a:srgbClr val="676057"/>
                </a:solidFill>
                <a:latin typeface="Avenir Next"/>
              </a:rPr>
              <a:t>PAPER</a:t>
            </a:r>
          </a:p>
        </p:txBody>
      </p:sp>
      <p:sp>
        <p:nvSpPr>
          <p:cNvPr id="19" name="spec_paper_value"/>
          <p:cNvSpPr txBox="1"/>
          <p:nvPr/>
        </p:nvSpPr>
        <p:spPr>
          <a:xfrm>
            <a:off x="3730752" y="6547104"/>
            <a:ext cx="13258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61412"/>
                </a:solidFill>
                <a:latin typeface="Avenir Next"/>
              </a:rPr>
              <a:t>Fine art paper</a:t>
            </a:r>
          </a:p>
        </p:txBody>
      </p:sp>
      <p:sp>
        <p:nvSpPr>
          <p:cNvPr id="20" name="spec_price_label"/>
          <p:cNvSpPr txBox="1"/>
          <p:nvPr/>
        </p:nvSpPr>
        <p:spPr>
          <a:xfrm>
            <a:off x="5285232" y="6355080"/>
            <a:ext cx="1325880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70" b="0">
                <a:solidFill>
                  <a:srgbClr val="676057"/>
                </a:solidFill>
                <a:latin typeface="Avenir Next"/>
              </a:rPr>
              <a:t>PRICE</a:t>
            </a:r>
          </a:p>
        </p:txBody>
      </p:sp>
      <p:sp>
        <p:nvSpPr>
          <p:cNvPr id="21" name="spec_price_value"/>
          <p:cNvSpPr txBox="1"/>
          <p:nvPr/>
        </p:nvSpPr>
        <p:spPr>
          <a:xfrm>
            <a:off x="5285232" y="6547104"/>
            <a:ext cx="13258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50" b="0">
                <a:solidFill>
                  <a:srgbClr val="161412"/>
                </a:solidFill>
                <a:latin typeface="Avenir Next"/>
              </a:rPr>
              <a:t>$26</a:t>
            </a:r>
          </a:p>
        </p:txBody>
      </p:sp>
      <p:sp>
        <p:nvSpPr>
          <p:cNvPr id="22" name="footer_rule"/>
          <p:cNvSpPr/>
          <p:nvPr/>
        </p:nvSpPr>
        <p:spPr>
          <a:xfrm>
            <a:off x="1078992" y="7452360"/>
            <a:ext cx="5157216" cy="9144"/>
          </a:xfrm>
          <a:prstGeom prst="rect">
            <a:avLst/>
          </a:prstGeom>
          <a:solidFill>
            <a:srgbClr val="D7CFC2"/>
          </a:solidFill>
          <a:ln>
            <a:solidFill>
              <a:srgbClr val="D7CF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ooter_line"/>
          <p:cNvSpPr txBox="1"/>
          <p:nvPr/>
        </p:nvSpPr>
        <p:spPr>
          <a:xfrm>
            <a:off x="1280160" y="7626096"/>
            <a:ext cx="4754880" cy="1828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80" b="0">
                <a:solidFill>
                  <a:srgbClr val="676057"/>
                </a:solidFill>
                <a:latin typeface="Avenir Next"/>
              </a:rPr>
              <a:t>Retail package front / 8x10 paper format</a:t>
            </a:r>
          </a:p>
        </p:txBody>
      </p:sp>
      <p:sp>
        <p:nvSpPr>
          <p:cNvPr id="24" name="sku"/>
          <p:cNvSpPr txBox="1"/>
          <p:nvPr/>
        </p:nvSpPr>
        <p:spPr>
          <a:xfrm>
            <a:off x="566928" y="8430768"/>
            <a:ext cx="1554480" cy="14630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676057"/>
                </a:solidFill>
                <a:latin typeface="Avenir Next"/>
              </a:rPr>
              <a:t>SKU CGW10116-8X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